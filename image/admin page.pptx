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DC76-1F50-656B-460A-2ABCE70F1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02666" y="3429000"/>
            <a:ext cx="6241451" cy="3576859"/>
          </a:xfrm>
          <a:effectLst>
            <a:innerShdw blurRad="165100" dist="76200" dir="8100000">
              <a:prstClr val="black">
                <a:alpha val="50000"/>
              </a:prstClr>
            </a:innerShdw>
          </a:effectLst>
        </p:spPr>
        <p:txBody>
          <a:bodyPr>
            <a:normAutofit/>
          </a:bodyPr>
          <a:lstStyle/>
          <a:p>
            <a:r>
              <a:rPr lang="en-US" sz="6600" b="1" dirty="0">
                <a:gradFill flip="none" rotWithShape="1">
                  <a:gsLst>
                    <a:gs pos="34132">
                      <a:srgbClr val="FFFF00"/>
                    </a:gs>
                    <a:gs pos="0">
                      <a:srgbClr val="FFC000"/>
                    </a:gs>
                    <a:gs pos="23000">
                      <a:schemeClr val="accent6">
                        <a:lumMod val="89000"/>
                      </a:schemeClr>
                    </a:gs>
                    <a:gs pos="69000">
                      <a:schemeClr val="accent6">
                        <a:lumMod val="75000"/>
                      </a:schemeClr>
                    </a:gs>
                    <a:gs pos="97000">
                      <a:srgbClr val="FFC00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>
                    <a:schemeClr val="bg1"/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Lucida Handwriting" panose="03010101010101010101" pitchFamily="66" charset="0"/>
              </a:rPr>
              <a:t>Desi swad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4F1B3-459D-5D66-476C-E5D80D41E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6787" y="6481087"/>
            <a:ext cx="7197726" cy="1405467"/>
          </a:xfrm>
        </p:spPr>
        <p:txBody>
          <a:bodyPr/>
          <a:lstStyle/>
          <a:p>
            <a:r>
              <a:rPr lang="en-US" dirty="0">
                <a:latin typeface="Bahnschrift SemiBold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By devx_saini_07</a:t>
            </a:r>
          </a:p>
        </p:txBody>
      </p:sp>
    </p:spTree>
    <p:extLst>
      <p:ext uri="{BB962C8B-B14F-4D97-AF65-F5344CB8AC3E}">
        <p14:creationId xmlns:p14="http://schemas.microsoft.com/office/powerpoint/2010/main" val="39318169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22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Bahnschrift SemiBold</vt:lpstr>
      <vt:lpstr>Calibri</vt:lpstr>
      <vt:lpstr>Calibri Light</vt:lpstr>
      <vt:lpstr>Lucida Handwriting</vt:lpstr>
      <vt:lpstr>Celestial</vt:lpstr>
      <vt:lpstr>Desi swad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Devraj saini</dc:creator>
  <cp:lastModifiedBy>Devraj saini</cp:lastModifiedBy>
  <cp:revision>2</cp:revision>
  <dcterms:created xsi:type="dcterms:W3CDTF">2025-07-04T18:27:16Z</dcterms:created>
  <dcterms:modified xsi:type="dcterms:W3CDTF">2025-09-21T18:23:23Z</dcterms:modified>
</cp:coreProperties>
</file>